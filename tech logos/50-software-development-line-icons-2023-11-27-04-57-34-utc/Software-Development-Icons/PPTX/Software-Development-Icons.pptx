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3"/>
  </p:notesMasterIdLst>
  <p:handoutMasterIdLst>
    <p:handoutMasterId r:id="rId4"/>
  </p:handoutMasterIdLst>
  <p:sldIdLst>
    <p:sldId id="1081" r:id="rId2"/>
  </p:sldIdLst>
  <p:sldSz cx="24385588" cy="1371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E2E2E"/>
    <a:srgbClr val="D8D8D8"/>
    <a:srgbClr val="FFA600"/>
    <a:srgbClr val="6F6F6F"/>
    <a:srgbClr val="911605"/>
    <a:srgbClr val="F74228"/>
    <a:srgbClr val="509C26"/>
    <a:srgbClr val="FCB400"/>
    <a:srgbClr val="8A6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2" autoAdjust="0"/>
    <p:restoredTop sz="94660"/>
  </p:normalViewPr>
  <p:slideViewPr>
    <p:cSldViewPr snapToGrid="0">
      <p:cViewPr varScale="1">
        <p:scale>
          <a:sx n="52" d="100"/>
          <a:sy n="52" d="100"/>
        </p:scale>
        <p:origin x="23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88"/>
    </p:cViewPr>
  </p:sorterViewPr>
  <p:notesViewPr>
    <p:cSldViewPr snapToGrid="0">
      <p:cViewPr varScale="1">
        <p:scale>
          <a:sx n="87" d="100"/>
          <a:sy n="87" d="100"/>
        </p:scale>
        <p:origin x="223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AF1508-787F-4284-92A6-EC794A8CBD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1996B-62F9-40EE-A78F-790814996B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A4107-6FE1-415E-86BB-9514A3A44DF0}" type="datetimeFigureOut">
              <a:rPr lang="en-GB" smtClean="0"/>
              <a:t>30/07/2023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D0C0F-E78D-485B-B8BD-59C11E2B52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B616A-A104-4361-AA30-F7E46DC51D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977DE1-A371-4CA2-9DAA-2B442313DC1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4118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802F5-1C80-429E-B617-2D2EC81EEB36}" type="datetimeFigureOut">
              <a:rPr lang="en-GB" smtClean="0"/>
              <a:t>30/07/2023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79235-7771-4369-87CF-8B1F39B21D0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58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m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795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window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0098" y="641207"/>
            <a:ext cx="22485394" cy="1020025"/>
          </a:xfrm>
          <a:prstGeom prst="rect">
            <a:avLst/>
          </a:prstGeom>
        </p:spPr>
        <p:txBody>
          <a:bodyPr vert="horz" lIns="180000" tIns="93600" rIns="180000" bIns="9360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0098" y="2208362"/>
            <a:ext cx="22485394" cy="10418817"/>
          </a:xfrm>
          <a:prstGeom prst="rect">
            <a:avLst/>
          </a:prstGeom>
        </p:spPr>
        <p:txBody>
          <a:bodyPr vert="horz" lIns="180000" tIns="93600" rIns="180000" bIns="936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321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window dir="ver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1828983" rtl="0" eaLnBrk="1" latinLnBrk="0" hangingPunct="1">
        <a:spcBef>
          <a:spcPct val="0"/>
        </a:spcBef>
        <a:buNone/>
        <a:defRPr sz="5400" b="1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69" indent="-685869" algn="l" defTabSz="1828983" rtl="0" eaLnBrk="1" latinLnBrk="0" hangingPunct="1">
        <a:spcBef>
          <a:spcPct val="20000"/>
        </a:spcBef>
        <a:buFont typeface="Arial" pitchFamily="34" charset="0"/>
        <a:buChar char="•"/>
        <a:defRPr sz="6401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1486049" indent="-571557" algn="l" defTabSz="1828983" rtl="0" eaLnBrk="1" latinLnBrk="0" hangingPunct="1">
        <a:spcBef>
          <a:spcPct val="20000"/>
        </a:spcBef>
        <a:buFont typeface="Arial" pitchFamily="34" charset="0"/>
        <a:buChar char="–"/>
        <a:defRPr sz="5601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2286229" indent="-457246" algn="l" defTabSz="1828983" rtl="0" eaLnBrk="1" latinLnBrk="0" hangingPunct="1">
        <a:spcBef>
          <a:spcPct val="20000"/>
        </a:spcBef>
        <a:buFont typeface="Arial" pitchFamily="34" charset="0"/>
        <a:buChar char="•"/>
        <a:defRPr sz="4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3200720" indent="-457246" algn="l" defTabSz="1828983" rtl="0" eaLnBrk="1" latinLnBrk="0" hangingPunct="1">
        <a:spcBef>
          <a:spcPct val="20000"/>
        </a:spcBef>
        <a:buFont typeface="Arial" pitchFamily="34" charset="0"/>
        <a:buChar char="–"/>
        <a:defRPr sz="40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4115211" indent="-457246" algn="l" defTabSz="1828983" rtl="0" eaLnBrk="1" latinLnBrk="0" hangingPunct="1">
        <a:spcBef>
          <a:spcPct val="20000"/>
        </a:spcBef>
        <a:buFont typeface="Arial" pitchFamily="34" charset="0"/>
        <a:buChar char="»"/>
        <a:defRPr sz="40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5029703" indent="-457246" algn="l" defTabSz="1828983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4194" indent="-457246" algn="l" defTabSz="1828983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686" indent="-457246" algn="l" defTabSz="1828983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3177" indent="-457246" algn="l" defTabSz="1828983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98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91" algn="l" defTabSz="182898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983" algn="l" defTabSz="182898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474" algn="l" defTabSz="182898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966" algn="l" defTabSz="182898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457" algn="l" defTabSz="182898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949" algn="l" defTabSz="182898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1440" algn="l" defTabSz="182898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932" algn="l" defTabSz="182898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55" Type="http://schemas.openxmlformats.org/officeDocument/2006/relationships/image" Target="../media/image54.svg"/><Relationship Id="rId63" Type="http://schemas.openxmlformats.org/officeDocument/2006/relationships/image" Target="../media/image62.svg"/><Relationship Id="rId68" Type="http://schemas.openxmlformats.org/officeDocument/2006/relationships/image" Target="../media/image67.png"/><Relationship Id="rId76" Type="http://schemas.openxmlformats.org/officeDocument/2006/relationships/image" Target="../media/image75.png"/><Relationship Id="rId84" Type="http://schemas.openxmlformats.org/officeDocument/2006/relationships/image" Target="../media/image83.png"/><Relationship Id="rId89" Type="http://schemas.openxmlformats.org/officeDocument/2006/relationships/image" Target="../media/image88.svg"/><Relationship Id="rId97" Type="http://schemas.openxmlformats.org/officeDocument/2006/relationships/image" Target="../media/image96.svg"/><Relationship Id="rId7" Type="http://schemas.openxmlformats.org/officeDocument/2006/relationships/image" Target="../media/image6.svg"/><Relationship Id="rId71" Type="http://schemas.openxmlformats.org/officeDocument/2006/relationships/image" Target="../media/image70.svg"/><Relationship Id="rId92" Type="http://schemas.openxmlformats.org/officeDocument/2006/relationships/image" Target="../media/image9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image" Target="../media/image44.svg"/><Relationship Id="rId53" Type="http://schemas.openxmlformats.org/officeDocument/2006/relationships/image" Target="../media/image52.svg"/><Relationship Id="rId58" Type="http://schemas.openxmlformats.org/officeDocument/2006/relationships/image" Target="../media/image57.png"/><Relationship Id="rId66" Type="http://schemas.openxmlformats.org/officeDocument/2006/relationships/image" Target="../media/image65.png"/><Relationship Id="rId74" Type="http://schemas.openxmlformats.org/officeDocument/2006/relationships/image" Target="../media/image73.png"/><Relationship Id="rId79" Type="http://schemas.openxmlformats.org/officeDocument/2006/relationships/image" Target="../media/image78.svg"/><Relationship Id="rId87" Type="http://schemas.openxmlformats.org/officeDocument/2006/relationships/image" Target="../media/image86.svg"/><Relationship Id="rId5" Type="http://schemas.openxmlformats.org/officeDocument/2006/relationships/image" Target="../media/image4.svg"/><Relationship Id="rId61" Type="http://schemas.openxmlformats.org/officeDocument/2006/relationships/image" Target="../media/image60.svg"/><Relationship Id="rId82" Type="http://schemas.openxmlformats.org/officeDocument/2006/relationships/image" Target="../media/image81.png"/><Relationship Id="rId90" Type="http://schemas.openxmlformats.org/officeDocument/2006/relationships/image" Target="../media/image89.png"/><Relationship Id="rId95" Type="http://schemas.openxmlformats.org/officeDocument/2006/relationships/image" Target="../media/image94.svg"/><Relationship Id="rId19" Type="http://schemas.openxmlformats.org/officeDocument/2006/relationships/image" Target="../media/image1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sv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svg"/><Relationship Id="rId77" Type="http://schemas.openxmlformats.org/officeDocument/2006/relationships/image" Target="../media/image76.svg"/><Relationship Id="rId100" Type="http://schemas.openxmlformats.org/officeDocument/2006/relationships/image" Target="../media/image99.png"/><Relationship Id="rId8" Type="http://schemas.openxmlformats.org/officeDocument/2006/relationships/image" Target="../media/image7.png"/><Relationship Id="rId51" Type="http://schemas.openxmlformats.org/officeDocument/2006/relationships/image" Target="../media/image50.svg"/><Relationship Id="rId72" Type="http://schemas.openxmlformats.org/officeDocument/2006/relationships/image" Target="../media/image71.png"/><Relationship Id="rId80" Type="http://schemas.openxmlformats.org/officeDocument/2006/relationships/image" Target="../media/image79.png"/><Relationship Id="rId85" Type="http://schemas.openxmlformats.org/officeDocument/2006/relationships/image" Target="../media/image84.svg"/><Relationship Id="rId93" Type="http://schemas.openxmlformats.org/officeDocument/2006/relationships/image" Target="../media/image92.svg"/><Relationship Id="rId98" Type="http://schemas.openxmlformats.org/officeDocument/2006/relationships/image" Target="../media/image97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svg"/><Relationship Id="rId67" Type="http://schemas.openxmlformats.org/officeDocument/2006/relationships/image" Target="../media/image66.svg"/><Relationship Id="rId20" Type="http://schemas.openxmlformats.org/officeDocument/2006/relationships/image" Target="../media/image19.png"/><Relationship Id="rId41" Type="http://schemas.openxmlformats.org/officeDocument/2006/relationships/image" Target="../media/image40.sv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75" Type="http://schemas.openxmlformats.org/officeDocument/2006/relationships/image" Target="../media/image74.svg"/><Relationship Id="rId83" Type="http://schemas.openxmlformats.org/officeDocument/2006/relationships/image" Target="../media/image82.svg"/><Relationship Id="rId88" Type="http://schemas.openxmlformats.org/officeDocument/2006/relationships/image" Target="../media/image87.png"/><Relationship Id="rId91" Type="http://schemas.openxmlformats.org/officeDocument/2006/relationships/image" Target="../media/image90.svg"/><Relationship Id="rId96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svg"/><Relationship Id="rId57" Type="http://schemas.openxmlformats.org/officeDocument/2006/relationships/image" Target="../media/image56.svg"/><Relationship Id="rId10" Type="http://schemas.openxmlformats.org/officeDocument/2006/relationships/image" Target="../media/image9.pn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svg"/><Relationship Id="rId73" Type="http://schemas.openxmlformats.org/officeDocument/2006/relationships/image" Target="../media/image72.svg"/><Relationship Id="rId78" Type="http://schemas.openxmlformats.org/officeDocument/2006/relationships/image" Target="../media/image77.png"/><Relationship Id="rId81" Type="http://schemas.openxmlformats.org/officeDocument/2006/relationships/image" Target="../media/image80.svg"/><Relationship Id="rId86" Type="http://schemas.openxmlformats.org/officeDocument/2006/relationships/image" Target="../media/image85.png"/><Relationship Id="rId94" Type="http://schemas.openxmlformats.org/officeDocument/2006/relationships/image" Target="../media/image93.png"/><Relationship Id="rId99" Type="http://schemas.openxmlformats.org/officeDocument/2006/relationships/image" Target="../media/image98.svg"/><Relationship Id="rId101" Type="http://schemas.openxmlformats.org/officeDocument/2006/relationships/image" Target="../media/image10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9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raphic 928">
            <a:extLst>
              <a:ext uri="{FF2B5EF4-FFF2-40B4-BE49-F238E27FC236}">
                <a16:creationId xmlns:a16="http://schemas.microsoft.com/office/drawing/2014/main" id="{022DDAD1-86F9-C5D0-09E7-CDA942557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4191" y="4267760"/>
            <a:ext cx="1219200" cy="1219200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3A44D13D-EBE7-9DC4-CB40-951661EEC9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8451" y="4267760"/>
            <a:ext cx="1219200" cy="1219200"/>
          </a:xfrm>
          <a:prstGeom prst="rect">
            <a:avLst/>
          </a:prstGeom>
        </p:spPr>
      </p:pic>
      <p:pic>
        <p:nvPicPr>
          <p:cNvPr id="935" name="Graphic 934">
            <a:extLst>
              <a:ext uri="{FF2B5EF4-FFF2-40B4-BE49-F238E27FC236}">
                <a16:creationId xmlns:a16="http://schemas.microsoft.com/office/drawing/2014/main" id="{DD6E7FF9-E984-11FF-5E11-C1D751C488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1321" y="4267760"/>
            <a:ext cx="1219200" cy="1219200"/>
          </a:xfrm>
          <a:prstGeom prst="rect">
            <a:avLst/>
          </a:prstGeom>
        </p:spPr>
      </p:pic>
      <p:pic>
        <p:nvPicPr>
          <p:cNvPr id="946" name="Graphic 945">
            <a:extLst>
              <a:ext uri="{FF2B5EF4-FFF2-40B4-BE49-F238E27FC236}">
                <a16:creationId xmlns:a16="http://schemas.microsoft.com/office/drawing/2014/main" id="{007F851C-5370-4D96-0A68-D5A3EA127A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45581" y="4267760"/>
            <a:ext cx="1219200" cy="1219200"/>
          </a:xfrm>
          <a:prstGeom prst="rect">
            <a:avLst/>
          </a:prstGeom>
        </p:spPr>
      </p:pic>
      <p:pic>
        <p:nvPicPr>
          <p:cNvPr id="948" name="Graphic 947">
            <a:extLst>
              <a:ext uri="{FF2B5EF4-FFF2-40B4-BE49-F238E27FC236}">
                <a16:creationId xmlns:a16="http://schemas.microsoft.com/office/drawing/2014/main" id="{1A235ECD-9209-9315-73A7-4CE9645C9D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508541" y="4267760"/>
            <a:ext cx="1219200" cy="1219200"/>
          </a:xfrm>
          <a:prstGeom prst="rect">
            <a:avLst/>
          </a:prstGeom>
        </p:spPr>
      </p:pic>
      <p:pic>
        <p:nvPicPr>
          <p:cNvPr id="950" name="Graphic 949">
            <a:extLst>
              <a:ext uri="{FF2B5EF4-FFF2-40B4-BE49-F238E27FC236}">
                <a16:creationId xmlns:a16="http://schemas.microsoft.com/office/drawing/2014/main" id="{3655E2DD-BEA1-7073-87FA-2549EC53DE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77061" y="4267760"/>
            <a:ext cx="1219200" cy="1219200"/>
          </a:xfrm>
          <a:prstGeom prst="rect">
            <a:avLst/>
          </a:prstGeom>
        </p:spPr>
      </p:pic>
      <p:pic>
        <p:nvPicPr>
          <p:cNvPr id="952" name="Graphic 951">
            <a:extLst>
              <a:ext uri="{FF2B5EF4-FFF2-40B4-BE49-F238E27FC236}">
                <a16:creationId xmlns:a16="http://schemas.microsoft.com/office/drawing/2014/main" id="{849BDEE0-55A6-E194-F603-76E1F10D8E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559931" y="4267760"/>
            <a:ext cx="1219200" cy="1219200"/>
          </a:xfrm>
          <a:prstGeom prst="rect">
            <a:avLst/>
          </a:prstGeom>
        </p:spPr>
      </p:pic>
      <p:pic>
        <p:nvPicPr>
          <p:cNvPr id="954" name="Graphic 953">
            <a:extLst>
              <a:ext uri="{FF2B5EF4-FFF2-40B4-BE49-F238E27FC236}">
                <a16:creationId xmlns:a16="http://schemas.microsoft.com/office/drawing/2014/main" id="{F00B10D1-F3D2-4BC0-68E9-03CB1F8A43A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542801" y="4267760"/>
            <a:ext cx="1219200" cy="1219200"/>
          </a:xfrm>
          <a:prstGeom prst="rect">
            <a:avLst/>
          </a:prstGeom>
        </p:spPr>
      </p:pic>
      <p:pic>
        <p:nvPicPr>
          <p:cNvPr id="956" name="Graphic 955">
            <a:extLst>
              <a:ext uri="{FF2B5EF4-FFF2-40B4-BE49-F238E27FC236}">
                <a16:creationId xmlns:a16="http://schemas.microsoft.com/office/drawing/2014/main" id="{0E043C4A-E3EC-B888-E0EA-D71E3D8E59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6525671" y="4267760"/>
            <a:ext cx="1219200" cy="1219200"/>
          </a:xfrm>
          <a:prstGeom prst="rect">
            <a:avLst/>
          </a:prstGeom>
        </p:spPr>
      </p:pic>
      <p:pic>
        <p:nvPicPr>
          <p:cNvPr id="958" name="Graphic 957">
            <a:extLst>
              <a:ext uri="{FF2B5EF4-FFF2-40B4-BE49-F238E27FC236}">
                <a16:creationId xmlns:a16="http://schemas.microsoft.com/office/drawing/2014/main" id="{6F2807EA-BAF3-74B5-7DA2-D57984147CB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94191" y="6249194"/>
            <a:ext cx="1219200" cy="1219200"/>
          </a:xfrm>
          <a:prstGeom prst="rect">
            <a:avLst/>
          </a:prstGeom>
        </p:spPr>
      </p:pic>
      <p:pic>
        <p:nvPicPr>
          <p:cNvPr id="960" name="Graphic 959">
            <a:extLst>
              <a:ext uri="{FF2B5EF4-FFF2-40B4-BE49-F238E27FC236}">
                <a16:creationId xmlns:a16="http://schemas.microsoft.com/office/drawing/2014/main" id="{6861174D-71D8-B571-3ED8-C6D5C0FF20B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91415" y="4267760"/>
            <a:ext cx="1219200" cy="1219200"/>
          </a:xfrm>
          <a:prstGeom prst="rect">
            <a:avLst/>
          </a:prstGeom>
        </p:spPr>
      </p:pic>
      <p:pic>
        <p:nvPicPr>
          <p:cNvPr id="962" name="Graphic 961">
            <a:extLst>
              <a:ext uri="{FF2B5EF4-FFF2-40B4-BE49-F238E27FC236}">
                <a16:creationId xmlns:a16="http://schemas.microsoft.com/office/drawing/2014/main" id="{2B0C65D0-71A6-A8C5-197E-B0B02B7E171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45581" y="6249194"/>
            <a:ext cx="1219200" cy="1219200"/>
          </a:xfrm>
          <a:prstGeom prst="rect">
            <a:avLst/>
          </a:prstGeom>
        </p:spPr>
      </p:pic>
      <p:pic>
        <p:nvPicPr>
          <p:cNvPr id="964" name="Graphic 963">
            <a:extLst>
              <a:ext uri="{FF2B5EF4-FFF2-40B4-BE49-F238E27FC236}">
                <a16:creationId xmlns:a16="http://schemas.microsoft.com/office/drawing/2014/main" id="{EE1B7079-40DC-83A8-1B19-78BD9B91EFC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28451" y="6249194"/>
            <a:ext cx="1219200" cy="1219200"/>
          </a:xfrm>
          <a:prstGeom prst="rect">
            <a:avLst/>
          </a:prstGeom>
        </p:spPr>
      </p:pic>
      <p:pic>
        <p:nvPicPr>
          <p:cNvPr id="966" name="Graphic 965">
            <a:extLst>
              <a:ext uri="{FF2B5EF4-FFF2-40B4-BE49-F238E27FC236}">
                <a16:creationId xmlns:a16="http://schemas.microsoft.com/office/drawing/2014/main" id="{1905CF58-6536-7CCE-F421-E4CABA338E0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611321" y="6249194"/>
            <a:ext cx="1219200" cy="1219200"/>
          </a:xfrm>
          <a:prstGeom prst="rect">
            <a:avLst/>
          </a:prstGeom>
        </p:spPr>
      </p:pic>
      <p:pic>
        <p:nvPicPr>
          <p:cNvPr id="968" name="Graphic 967">
            <a:extLst>
              <a:ext uri="{FF2B5EF4-FFF2-40B4-BE49-F238E27FC236}">
                <a16:creationId xmlns:a16="http://schemas.microsoft.com/office/drawing/2014/main" id="{68346BAA-6DC7-A3F5-192E-3B4F63BC25C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645581" y="8230628"/>
            <a:ext cx="1219200" cy="1219200"/>
          </a:xfrm>
          <a:prstGeom prst="rect">
            <a:avLst/>
          </a:prstGeom>
        </p:spPr>
      </p:pic>
      <p:pic>
        <p:nvPicPr>
          <p:cNvPr id="970" name="Graphic 969">
            <a:extLst>
              <a:ext uri="{FF2B5EF4-FFF2-40B4-BE49-F238E27FC236}">
                <a16:creationId xmlns:a16="http://schemas.microsoft.com/office/drawing/2014/main" id="{C9731F6D-1197-7045-3436-C5C2C4B02E6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577061" y="6249194"/>
            <a:ext cx="1219200" cy="1219200"/>
          </a:xfrm>
          <a:prstGeom prst="rect">
            <a:avLst/>
          </a:prstGeom>
        </p:spPr>
      </p:pic>
      <p:pic>
        <p:nvPicPr>
          <p:cNvPr id="972" name="Graphic 971">
            <a:extLst>
              <a:ext uri="{FF2B5EF4-FFF2-40B4-BE49-F238E27FC236}">
                <a16:creationId xmlns:a16="http://schemas.microsoft.com/office/drawing/2014/main" id="{21306D42-DDC7-2ECB-B4A8-F0F4BED88AB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2559931" y="6249194"/>
            <a:ext cx="1219200" cy="1219200"/>
          </a:xfrm>
          <a:prstGeom prst="rect">
            <a:avLst/>
          </a:prstGeom>
        </p:spPr>
      </p:pic>
      <p:pic>
        <p:nvPicPr>
          <p:cNvPr id="974" name="Graphic 973">
            <a:extLst>
              <a:ext uri="{FF2B5EF4-FFF2-40B4-BE49-F238E27FC236}">
                <a16:creationId xmlns:a16="http://schemas.microsoft.com/office/drawing/2014/main" id="{5DED53E5-B9FA-9A88-8CD2-9B0C846B096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4542801" y="6249194"/>
            <a:ext cx="1219200" cy="1219200"/>
          </a:xfrm>
          <a:prstGeom prst="rect">
            <a:avLst/>
          </a:prstGeom>
        </p:spPr>
      </p:pic>
      <p:pic>
        <p:nvPicPr>
          <p:cNvPr id="976" name="Graphic 975">
            <a:extLst>
              <a:ext uri="{FF2B5EF4-FFF2-40B4-BE49-F238E27FC236}">
                <a16:creationId xmlns:a16="http://schemas.microsoft.com/office/drawing/2014/main" id="{F710F54E-E878-D1F8-6D89-A4523C4CB3B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6525671" y="6249194"/>
            <a:ext cx="1219200" cy="1219200"/>
          </a:xfrm>
          <a:prstGeom prst="rect">
            <a:avLst/>
          </a:prstGeom>
        </p:spPr>
      </p:pic>
      <p:pic>
        <p:nvPicPr>
          <p:cNvPr id="978" name="Graphic 977">
            <a:extLst>
              <a:ext uri="{FF2B5EF4-FFF2-40B4-BE49-F238E27FC236}">
                <a16:creationId xmlns:a16="http://schemas.microsoft.com/office/drawing/2014/main" id="{FD83583B-5B51-38BA-6801-4566519B1548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8508541" y="6249194"/>
            <a:ext cx="1219200" cy="1219200"/>
          </a:xfrm>
          <a:prstGeom prst="rect">
            <a:avLst/>
          </a:prstGeom>
        </p:spPr>
      </p:pic>
      <p:pic>
        <p:nvPicPr>
          <p:cNvPr id="980" name="Graphic 979">
            <a:extLst>
              <a:ext uri="{FF2B5EF4-FFF2-40B4-BE49-F238E27FC236}">
                <a16:creationId xmlns:a16="http://schemas.microsoft.com/office/drawing/2014/main" id="{C2D88C49-A722-F084-0CC5-6B0FF7EA7035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0491415" y="6249194"/>
            <a:ext cx="1219200" cy="1219200"/>
          </a:xfrm>
          <a:prstGeom prst="rect">
            <a:avLst/>
          </a:prstGeom>
        </p:spPr>
      </p:pic>
      <p:pic>
        <p:nvPicPr>
          <p:cNvPr id="982" name="Graphic 981">
            <a:extLst>
              <a:ext uri="{FF2B5EF4-FFF2-40B4-BE49-F238E27FC236}">
                <a16:creationId xmlns:a16="http://schemas.microsoft.com/office/drawing/2014/main" id="{8AD55934-8140-B828-E6A9-B52368EE41E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8508541" y="8230628"/>
            <a:ext cx="1219200" cy="1219200"/>
          </a:xfrm>
          <a:prstGeom prst="rect">
            <a:avLst/>
          </a:prstGeom>
        </p:spPr>
      </p:pic>
      <p:pic>
        <p:nvPicPr>
          <p:cNvPr id="984" name="Graphic 983">
            <a:extLst>
              <a:ext uri="{FF2B5EF4-FFF2-40B4-BE49-F238E27FC236}">
                <a16:creationId xmlns:a16="http://schemas.microsoft.com/office/drawing/2014/main" id="{BB61E6EA-D544-D8A3-C895-17A3EE35BE0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628451" y="8230628"/>
            <a:ext cx="1219200" cy="1219200"/>
          </a:xfrm>
          <a:prstGeom prst="rect">
            <a:avLst/>
          </a:prstGeom>
        </p:spPr>
      </p:pic>
      <p:pic>
        <p:nvPicPr>
          <p:cNvPr id="986" name="Graphic 985">
            <a:extLst>
              <a:ext uri="{FF2B5EF4-FFF2-40B4-BE49-F238E27FC236}">
                <a16:creationId xmlns:a16="http://schemas.microsoft.com/office/drawing/2014/main" id="{AC2D6662-75F5-2AFF-524B-2C89D352E90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611321" y="8230628"/>
            <a:ext cx="1219200" cy="1219200"/>
          </a:xfrm>
          <a:prstGeom prst="rect">
            <a:avLst/>
          </a:prstGeom>
        </p:spPr>
      </p:pic>
      <p:pic>
        <p:nvPicPr>
          <p:cNvPr id="988" name="Graphic 987">
            <a:extLst>
              <a:ext uri="{FF2B5EF4-FFF2-40B4-BE49-F238E27FC236}">
                <a16:creationId xmlns:a16="http://schemas.microsoft.com/office/drawing/2014/main" id="{7F4C01C0-F84F-692C-EF84-0545784C3857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8594191" y="8230628"/>
            <a:ext cx="1219200" cy="1219200"/>
          </a:xfrm>
          <a:prstGeom prst="rect">
            <a:avLst/>
          </a:prstGeom>
        </p:spPr>
      </p:pic>
      <p:pic>
        <p:nvPicPr>
          <p:cNvPr id="990" name="Graphic 989">
            <a:extLst>
              <a:ext uri="{FF2B5EF4-FFF2-40B4-BE49-F238E27FC236}">
                <a16:creationId xmlns:a16="http://schemas.microsoft.com/office/drawing/2014/main" id="{59DC6930-83FC-84FE-7DA7-AA0E2C706F07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577061" y="8230628"/>
            <a:ext cx="1219200" cy="1219200"/>
          </a:xfrm>
          <a:prstGeom prst="rect">
            <a:avLst/>
          </a:prstGeom>
        </p:spPr>
      </p:pic>
      <p:pic>
        <p:nvPicPr>
          <p:cNvPr id="992" name="Graphic 991">
            <a:extLst>
              <a:ext uri="{FF2B5EF4-FFF2-40B4-BE49-F238E27FC236}">
                <a16:creationId xmlns:a16="http://schemas.microsoft.com/office/drawing/2014/main" id="{53AC39F4-4597-AF75-557E-3A506F0385C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2559931" y="8230628"/>
            <a:ext cx="1219200" cy="1219200"/>
          </a:xfrm>
          <a:prstGeom prst="rect">
            <a:avLst/>
          </a:prstGeom>
        </p:spPr>
      </p:pic>
      <p:pic>
        <p:nvPicPr>
          <p:cNvPr id="994" name="Graphic 993">
            <a:extLst>
              <a:ext uri="{FF2B5EF4-FFF2-40B4-BE49-F238E27FC236}">
                <a16:creationId xmlns:a16="http://schemas.microsoft.com/office/drawing/2014/main" id="{3BC7E53D-CC75-E5D0-79D8-67404B801096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4542801" y="8230628"/>
            <a:ext cx="1219200" cy="1219200"/>
          </a:xfrm>
          <a:prstGeom prst="rect">
            <a:avLst/>
          </a:prstGeom>
        </p:spPr>
      </p:pic>
      <p:pic>
        <p:nvPicPr>
          <p:cNvPr id="996" name="Graphic 995">
            <a:extLst>
              <a:ext uri="{FF2B5EF4-FFF2-40B4-BE49-F238E27FC236}">
                <a16:creationId xmlns:a16="http://schemas.microsoft.com/office/drawing/2014/main" id="{4CBBBDFD-7EE8-21DE-84FF-27EC12F1A2D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6525671" y="8230628"/>
            <a:ext cx="1219200" cy="1219200"/>
          </a:xfrm>
          <a:prstGeom prst="rect">
            <a:avLst/>
          </a:prstGeom>
        </p:spPr>
      </p:pic>
      <p:pic>
        <p:nvPicPr>
          <p:cNvPr id="1000" name="Graphic 999">
            <a:extLst>
              <a:ext uri="{FF2B5EF4-FFF2-40B4-BE49-F238E27FC236}">
                <a16:creationId xmlns:a16="http://schemas.microsoft.com/office/drawing/2014/main" id="{309E022E-67DC-E8FE-E151-FD29371C1262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20491415" y="8230628"/>
            <a:ext cx="1219200" cy="1219200"/>
          </a:xfrm>
          <a:prstGeom prst="rect">
            <a:avLst/>
          </a:prstGeom>
        </p:spPr>
      </p:pic>
      <p:pic>
        <p:nvPicPr>
          <p:cNvPr id="1019" name="Graphic 1018">
            <a:extLst>
              <a:ext uri="{FF2B5EF4-FFF2-40B4-BE49-F238E27FC236}">
                <a16:creationId xmlns:a16="http://schemas.microsoft.com/office/drawing/2014/main" id="{CDFAC80A-B6BA-CEFD-2987-294BF6FF966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2645581" y="2286326"/>
            <a:ext cx="1219200" cy="1219200"/>
          </a:xfrm>
          <a:prstGeom prst="rect">
            <a:avLst/>
          </a:prstGeom>
        </p:spPr>
      </p:pic>
      <p:pic>
        <p:nvPicPr>
          <p:cNvPr id="1020" name="Graphic 1019">
            <a:extLst>
              <a:ext uri="{FF2B5EF4-FFF2-40B4-BE49-F238E27FC236}">
                <a16:creationId xmlns:a16="http://schemas.microsoft.com/office/drawing/2014/main" id="{F818B8EC-ADBA-038F-EA58-6345CF4D685B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628451" y="2286326"/>
            <a:ext cx="1219200" cy="1219200"/>
          </a:xfrm>
          <a:prstGeom prst="rect">
            <a:avLst/>
          </a:prstGeom>
        </p:spPr>
      </p:pic>
      <p:pic>
        <p:nvPicPr>
          <p:cNvPr id="1021" name="Graphic 1020">
            <a:extLst>
              <a:ext uri="{FF2B5EF4-FFF2-40B4-BE49-F238E27FC236}">
                <a16:creationId xmlns:a16="http://schemas.microsoft.com/office/drawing/2014/main" id="{E29A4C6A-2F42-0D25-9A48-6C110F00BA2A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6611321" y="2286326"/>
            <a:ext cx="1219200" cy="1219200"/>
          </a:xfrm>
          <a:prstGeom prst="rect">
            <a:avLst/>
          </a:prstGeom>
        </p:spPr>
      </p:pic>
      <p:pic>
        <p:nvPicPr>
          <p:cNvPr id="1022" name="Graphic 1021">
            <a:extLst>
              <a:ext uri="{FF2B5EF4-FFF2-40B4-BE49-F238E27FC236}">
                <a16:creationId xmlns:a16="http://schemas.microsoft.com/office/drawing/2014/main" id="{BFD8F9EB-25C9-4AB1-139A-10CCCF7BCFEA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8594191" y="2286326"/>
            <a:ext cx="1219200" cy="1219200"/>
          </a:xfrm>
          <a:prstGeom prst="rect">
            <a:avLst/>
          </a:prstGeom>
        </p:spPr>
      </p:pic>
      <p:pic>
        <p:nvPicPr>
          <p:cNvPr id="1023" name="Graphic 1022">
            <a:extLst>
              <a:ext uri="{FF2B5EF4-FFF2-40B4-BE49-F238E27FC236}">
                <a16:creationId xmlns:a16="http://schemas.microsoft.com/office/drawing/2014/main" id="{9DC75D59-6EDA-C4B0-F72E-90053D12CFF5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577061" y="2286326"/>
            <a:ext cx="1219200" cy="1219200"/>
          </a:xfrm>
          <a:prstGeom prst="rect">
            <a:avLst/>
          </a:prstGeom>
        </p:spPr>
      </p:pic>
      <p:pic>
        <p:nvPicPr>
          <p:cNvPr id="1024" name="Graphic 1023">
            <a:extLst>
              <a:ext uri="{FF2B5EF4-FFF2-40B4-BE49-F238E27FC236}">
                <a16:creationId xmlns:a16="http://schemas.microsoft.com/office/drawing/2014/main" id="{987F1D6C-F27A-9E43-3310-951B7D3D708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2559931" y="2286326"/>
            <a:ext cx="1219200" cy="1219200"/>
          </a:xfrm>
          <a:prstGeom prst="rect">
            <a:avLst/>
          </a:prstGeom>
        </p:spPr>
      </p:pic>
      <p:pic>
        <p:nvPicPr>
          <p:cNvPr id="1025" name="Graphic 1024">
            <a:extLst>
              <a:ext uri="{FF2B5EF4-FFF2-40B4-BE49-F238E27FC236}">
                <a16:creationId xmlns:a16="http://schemas.microsoft.com/office/drawing/2014/main" id="{33E5B422-D067-038A-6BFA-2F4F2D00517E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4542801" y="2286326"/>
            <a:ext cx="1219200" cy="1219200"/>
          </a:xfrm>
          <a:prstGeom prst="rect">
            <a:avLst/>
          </a:prstGeom>
        </p:spPr>
      </p:pic>
      <p:pic>
        <p:nvPicPr>
          <p:cNvPr id="1026" name="Graphic 1025">
            <a:extLst>
              <a:ext uri="{FF2B5EF4-FFF2-40B4-BE49-F238E27FC236}">
                <a16:creationId xmlns:a16="http://schemas.microsoft.com/office/drawing/2014/main" id="{DABD40AE-3606-897A-2D39-278BCB27E6C7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6525671" y="2286326"/>
            <a:ext cx="1219200" cy="1219200"/>
          </a:xfrm>
          <a:prstGeom prst="rect">
            <a:avLst/>
          </a:prstGeom>
        </p:spPr>
      </p:pic>
      <p:pic>
        <p:nvPicPr>
          <p:cNvPr id="1027" name="Graphic 1026">
            <a:extLst>
              <a:ext uri="{FF2B5EF4-FFF2-40B4-BE49-F238E27FC236}">
                <a16:creationId xmlns:a16="http://schemas.microsoft.com/office/drawing/2014/main" id="{BE898F4D-1109-4098-BB55-A1FADEB121E2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20491415" y="2286326"/>
            <a:ext cx="1219200" cy="1219200"/>
          </a:xfrm>
          <a:prstGeom prst="rect">
            <a:avLst/>
          </a:prstGeom>
        </p:spPr>
      </p:pic>
      <p:pic>
        <p:nvPicPr>
          <p:cNvPr id="1028" name="Graphic 1027">
            <a:extLst>
              <a:ext uri="{FF2B5EF4-FFF2-40B4-BE49-F238E27FC236}">
                <a16:creationId xmlns:a16="http://schemas.microsoft.com/office/drawing/2014/main" id="{520F1C09-F509-BFB7-22F8-5253D15CAE95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8508541" y="2286326"/>
            <a:ext cx="1219200" cy="1219200"/>
          </a:xfrm>
          <a:prstGeom prst="rect">
            <a:avLst/>
          </a:prstGeom>
        </p:spPr>
      </p:pic>
      <p:pic>
        <p:nvPicPr>
          <p:cNvPr id="1029" name="Graphic 1028">
            <a:extLst>
              <a:ext uri="{FF2B5EF4-FFF2-40B4-BE49-F238E27FC236}">
                <a16:creationId xmlns:a16="http://schemas.microsoft.com/office/drawing/2014/main" id="{5D0A1841-302F-9E70-CB6A-68D6EC61230E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20491415" y="10212062"/>
            <a:ext cx="1219200" cy="1219200"/>
          </a:xfrm>
          <a:prstGeom prst="rect">
            <a:avLst/>
          </a:prstGeom>
        </p:spPr>
      </p:pic>
      <p:pic>
        <p:nvPicPr>
          <p:cNvPr id="1030" name="Graphic 1029">
            <a:extLst>
              <a:ext uri="{FF2B5EF4-FFF2-40B4-BE49-F238E27FC236}">
                <a16:creationId xmlns:a16="http://schemas.microsoft.com/office/drawing/2014/main" id="{0A78CA2C-300F-12E4-DC73-3502647448B4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2645581" y="10212062"/>
            <a:ext cx="1219200" cy="1219200"/>
          </a:xfrm>
          <a:prstGeom prst="rect">
            <a:avLst/>
          </a:prstGeom>
        </p:spPr>
      </p:pic>
      <p:pic>
        <p:nvPicPr>
          <p:cNvPr id="1031" name="Graphic 1030">
            <a:extLst>
              <a:ext uri="{FF2B5EF4-FFF2-40B4-BE49-F238E27FC236}">
                <a16:creationId xmlns:a16="http://schemas.microsoft.com/office/drawing/2014/main" id="{F037F48E-6BD3-BA12-CAE7-D17FF544A60D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4628451" y="10212062"/>
            <a:ext cx="1219200" cy="1219200"/>
          </a:xfrm>
          <a:prstGeom prst="rect">
            <a:avLst/>
          </a:prstGeom>
        </p:spPr>
      </p:pic>
      <p:pic>
        <p:nvPicPr>
          <p:cNvPr id="1032" name="Graphic 1031">
            <a:extLst>
              <a:ext uri="{FF2B5EF4-FFF2-40B4-BE49-F238E27FC236}">
                <a16:creationId xmlns:a16="http://schemas.microsoft.com/office/drawing/2014/main" id="{CAD1D89E-40CB-8172-8EEE-EA9BAA4CBDC5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6611321" y="10212062"/>
            <a:ext cx="1219200" cy="1219200"/>
          </a:xfrm>
          <a:prstGeom prst="rect">
            <a:avLst/>
          </a:prstGeom>
        </p:spPr>
      </p:pic>
      <p:pic>
        <p:nvPicPr>
          <p:cNvPr id="1033" name="Graphic 1032">
            <a:extLst>
              <a:ext uri="{FF2B5EF4-FFF2-40B4-BE49-F238E27FC236}">
                <a16:creationId xmlns:a16="http://schemas.microsoft.com/office/drawing/2014/main" id="{94DE543A-3CFA-80A2-1CF0-2F98DFFA9B78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8594191" y="10212062"/>
            <a:ext cx="1219200" cy="1219200"/>
          </a:xfrm>
          <a:prstGeom prst="rect">
            <a:avLst/>
          </a:prstGeom>
        </p:spPr>
      </p:pic>
      <p:pic>
        <p:nvPicPr>
          <p:cNvPr id="1034" name="Graphic 1033">
            <a:extLst>
              <a:ext uri="{FF2B5EF4-FFF2-40B4-BE49-F238E27FC236}">
                <a16:creationId xmlns:a16="http://schemas.microsoft.com/office/drawing/2014/main" id="{1E24AC97-69A0-C3BF-0218-EA7EC4A9B55D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10577061" y="10212062"/>
            <a:ext cx="1219200" cy="1219200"/>
          </a:xfrm>
          <a:prstGeom prst="rect">
            <a:avLst/>
          </a:prstGeom>
        </p:spPr>
      </p:pic>
      <p:pic>
        <p:nvPicPr>
          <p:cNvPr id="1035" name="Graphic 1034">
            <a:extLst>
              <a:ext uri="{FF2B5EF4-FFF2-40B4-BE49-F238E27FC236}">
                <a16:creationId xmlns:a16="http://schemas.microsoft.com/office/drawing/2014/main" id="{620A1F26-A3AD-124E-ED94-CE45359CCE7B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12559931" y="10212062"/>
            <a:ext cx="1219200" cy="1219200"/>
          </a:xfrm>
          <a:prstGeom prst="rect">
            <a:avLst/>
          </a:prstGeom>
        </p:spPr>
      </p:pic>
      <p:pic>
        <p:nvPicPr>
          <p:cNvPr id="1036" name="Graphic 1035">
            <a:extLst>
              <a:ext uri="{FF2B5EF4-FFF2-40B4-BE49-F238E27FC236}">
                <a16:creationId xmlns:a16="http://schemas.microsoft.com/office/drawing/2014/main" id="{63B0D243-9CEB-AF87-E4E5-EC76053000F2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14542801" y="10212062"/>
            <a:ext cx="1219200" cy="1219200"/>
          </a:xfrm>
          <a:prstGeom prst="rect">
            <a:avLst/>
          </a:prstGeom>
        </p:spPr>
      </p:pic>
      <p:pic>
        <p:nvPicPr>
          <p:cNvPr id="1037" name="Graphic 1036">
            <a:extLst>
              <a:ext uri="{FF2B5EF4-FFF2-40B4-BE49-F238E27FC236}">
                <a16:creationId xmlns:a16="http://schemas.microsoft.com/office/drawing/2014/main" id="{B4962D5B-4A36-4B5B-7A69-2F77F31C9369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16525671" y="10212062"/>
            <a:ext cx="1219200" cy="1219200"/>
          </a:xfrm>
          <a:prstGeom prst="rect">
            <a:avLst/>
          </a:prstGeom>
        </p:spPr>
      </p:pic>
      <p:pic>
        <p:nvPicPr>
          <p:cNvPr id="1038" name="Graphic 1037">
            <a:extLst>
              <a:ext uri="{FF2B5EF4-FFF2-40B4-BE49-F238E27FC236}">
                <a16:creationId xmlns:a16="http://schemas.microsoft.com/office/drawing/2014/main" id="{BD19E425-A367-95B1-723E-25231C6069D2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18508541" y="10212062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0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umlette theme">
  <a:themeElements>
    <a:clrScheme name="Elder Light - 01-ColourTheme">
      <a:dk1>
        <a:srgbClr val="2E2E2E"/>
      </a:dk1>
      <a:lt1>
        <a:srgbClr val="FFFFFF"/>
      </a:lt1>
      <a:dk2>
        <a:srgbClr val="737373"/>
      </a:dk2>
      <a:lt2>
        <a:srgbClr val="D8D8D8"/>
      </a:lt2>
      <a:accent1>
        <a:srgbClr val="1D5398"/>
      </a:accent1>
      <a:accent2>
        <a:srgbClr val="EF4317"/>
      </a:accent2>
      <a:accent3>
        <a:srgbClr val="33698F"/>
      </a:accent3>
      <a:accent4>
        <a:srgbClr val="0CAB8F"/>
      </a:accent4>
      <a:accent5>
        <a:srgbClr val="6C5EB9"/>
      </a:accent5>
      <a:accent6>
        <a:srgbClr val="C29A21"/>
      </a:accent6>
      <a:hlink>
        <a:srgbClr val="1D5398"/>
      </a:hlink>
      <a:folHlink>
        <a:srgbClr val="FFC000"/>
      </a:folHlink>
    </a:clrScheme>
    <a:fontScheme name="Elder - Open Sans Fon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 w="19050">
          <a:noFill/>
          <a:prstDash val="sysDot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 cap="sq">
          <a:solidFill>
            <a:srgbClr val="FFFFFF"/>
          </a:solidFill>
          <a:miter lim="800000"/>
          <a:headEnd type="none"/>
          <a:tailEnd type="none"/>
        </a:ln>
        <a:effectLst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  <a:txDef>
      <a:spPr/>
      <a:bodyPr wrap="square" lIns="90000" rIns="90000" rtlCol="0">
        <a:spAutoFit/>
      </a:bodyPr>
      <a:lstStyle>
        <a:defPPr defTabSz="914400">
          <a:defRPr sz="900" spc="2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lder - Open Sans Fon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lder - Open Sans Fon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8892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Open Sans</vt:lpstr>
      <vt:lpstr>aumlette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Aum</dc:creator>
  <cp:lastModifiedBy>suthira B.</cp:lastModifiedBy>
  <cp:revision>698</cp:revision>
  <dcterms:created xsi:type="dcterms:W3CDTF">2018-04-02T20:00:40Z</dcterms:created>
  <dcterms:modified xsi:type="dcterms:W3CDTF">2023-07-30T19:59:27Z</dcterms:modified>
</cp:coreProperties>
</file>